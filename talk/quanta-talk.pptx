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title, then a beat. 'By the end you'll have watched a clean, well-architected agent get one critical finding — and the finding isn't in any of its tools.' Audience: builders/engineers. 45 min: ~30 talk + ~10 demo + ~5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AI-security energy goes at the prompt: jailbreaks, injection, guardrails. It matters — but it's the part everyone is already looking at. Say: 'I want the risk nobody's looking at, because it isn't visible from where they're standing.'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security review enumerates tools like API endpoints: a list. But an LLM agent can call any tool, then feed its output into the next. That's not a list — it's a graph of what the agent can do next. Hold this idea; the whole talk turns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'Forget the model for a minute. Think like someone who just got access to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moves: recon (what tools exist?), capability mapping (what does each touch — data? network? compute?), chaining (which sequence turns reasonable actions into one bad outcome?). Attackers don't look for A dangerous tool. They look for a PATH. This is graph traversal, done by hand.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capabilities individually fine and collectively lethal: access to private data, exposure to untrusted content, the ability to communicate externally. Any agent with all three can be steered to read secrets and send them out — through entirely authorised actions. Credit Simon Willison's 'lethal trifecta'.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structural idea, two shapes. Exfiltration: read + send. RCE surface: fetch untrusted + execute + network. Neither is a bug in a node. Both are properties of the graph. (Our demo focuses on exfiltration — the subtler, more relatable one.)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Reviews look tool-by-tool, endpoint-by-endpoint — and tool-by-tool, everything passes. The composition is invisible from that vantage point. Say: 'It stays invisible until someone connects the dots. The only question is whether that someone works for you.'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'Let me show you an agent I built — and I want you to try to find the problem while I describe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Solution design, C4 container view. A real, sensible architecture: the analyst talks to the Quanta AgentCore runtime; a Strands agent backed by Bedrock Claude sequences four tool containers; those reach a read-only analytics replica, allowlisted external reference sources, and an audited mail relay. Point at the trust tags along the bottom: PRIVATE data in, UNTRUSTED content in, EXTERNAL send out — all three legs present in one runtime. Nothing here looks wrong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Zoom into the controls. Hexagonal, ports &amp; adapters. Read-only replica, parameterised queries (no raw SQL), a sandboxed interpreter with no network, an egress allowlist on outbound fetches, audited report delivery. Say: 'This is not a toy. Every box here is something you'd sign off on. No unsandboxed eval, no raw SQL, no open egress.'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Part 1: it's a real agent ***
Run:  ./scripts/demo_live.sh            (auto cloud/local; PAUSE=1 to step)
  or, manually, three real questions:
  agentcore invoke '{"prompt": "What was our revenue by country? Top 5."}'
  agentcore invoke '{"prompt": "How many orders per country?"}'
  agentcore invoke '{"prompt": "Who are our top customers by orders?"}'
Offline fallback (no AWS):  QUANTA_STUB=1 python scripts/run_local.py "revenue by country, top 5"
Real numbers from UCI Online Retail II. Then say: 'Real agent, real data, genuinely useful. Now — is it safe?'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tools. Four real controls: search_database (read-only, parameterised), run_analysis (sandboxed), fetch_reference (allowlist), send_email_report (allowlist + audit + dry-run). A tool-by-tool review signs off 4 out of 4. Hold that thought.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'Instead of reviewing tools one at a time, let's look at what they can do together.'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ZIRAN builds the agent's capability graph and checks it against a library of known dangerous compositions — direct (A→B), indirect (A→…→B), and cycles. Say: 'It's not testing prompts here. It's reasoning about structure.'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three panels: four approved tools → the agent can sequence them (edges) → one path is an exit. Say: 'Nothing here is hypothetical. An LLM agent really can call send right after search.'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 to the architecture — now with the red path. Say slowly: 'Every control still holds. Read-only: held. Sandbox: held. Allowlists: held. And here's the path: untrusted content comes in through fetch_reference, the agent reads private data with search_database, and ships it out through send_email_report — every step authorised. Every box was hardened. The arrow wasn't.'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find the composition ***
Run:  QUANTA_STUB=1 python scripts/scan_quanta.py --out reports   (offline, in-process)
Then: open reports/*_report.html   — pan the graph, click the red node.
(This slide embeds the real interactive graph as a looping GIF — it plays in Presenter/slideshow, and is the fallback if the live open stalls.)
One critical finding: search_database → send_email_report, data_exfiltration. Say: 'I didn't tell ZIRAN this was dangerous — that verdict is from its built-in patterns. I gave it a graph; it gave me the exit. But a finding on a slide is easy to wave away — so let me show you the exit actually being used.'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Divider. 'ZIRAN found the path statically, before anyone attacked. Now let's walk it like an attacker — then close it.'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breach ***
Run:  python scripts/exploit_demo.py            (offline, deterministic; --vulnerable-only for just this)
Walk the table: a benign request → fetch_reference returns an allowlisted page whose CONTENT carries a hidden instruction (indirect prompt injection, LLM01). The agent obeys → search_database reads 900 customer-level rows → watch the taint go red: PRIVATE+UNTRUSTED, the lethal trifecta in one run → send_email_report ships 16,741 bytes of PII to ops-archive@reports.acme-analytics.example. That mailbox is on the ALLOWLISTED domain — the domain check PASSED. Model-chosen recipient = excessive agency / confused deputy (LLM06). Say slowly: 'No control was bypassed. The data left through fully authorised actions.'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Name what we just saw. One innocuous agent, three stacked classes: the composition (structural — ZIRAN finds it pre-attack), indirect prompt injection (LLM01 — the trigger), excessive agency / confused deputy (LLM06 — the missing control). None is a bug in a single tool.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Quick credibility beat: 639 vectors, 11 categories, 100% OWASP LLM Top-10 — but the differentiator is composition reasoning. Don't dwell; 30 seconds. (Cut this slide first if running long.)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*** LIVE DEMO — the fix ***
Same script printed both runs — scroll to the second (or: python scripts/exploit_demo.py --hardened-only).
Same agent, same payload, opposite outcome: the injected instruction is REFUSED as data (LLM01); the model-chosen recipient is DENIED by recipient-binding (LLM06); the trifecta gate stops a private+untrusted run reaching an external sink. Crucially the analyst's legitimate summary STILL goes out. Say: 'The fix didn't break the product. We broke the path, not the agent.'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fix is NOT 'remove a tool' — each is justified. Break the graph: no-instructions-from-data (LLM01), recipient binding (LLM06), trifecta gate via taint (the composition), and re-scan in CI (ziran ci fails the build when a new tool completes a trifecta). Three are runtime guardrails; the last is the design-time one that matches the thesis. It's all real, tested code in quanta/security/.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'If you're building, reviewing, or signing off on agents: stop asking only whether each tool is safe. Ask what they're capable of together — and put that question in your pipeline, not in an attacker's hands.' Restate the thesis: the vulnerability lives in the graph, not in any node.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Links: github.com/taoq-ai/quanta (the demo agent — education only, intentionally composable; run scripts/exploit_demo.py), github.com/taoq-ai/ziran (the finder). Note Quanta is deliberately vulnerable by design; don't deploy it for real. Take Q&amp;A.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69848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Your Agent Tools</a:t>
            </a:r>
            <a:endParaRPr lang="en-US" sz="5200" dirty="0"/>
          </a:p>
          <a:p>
            <a:pPr indent="0" marL="0">
              <a:lnSpc>
                <a:spcPct val="103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Combine Against You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749808" y="4343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vulnerability lives in the graph, not in any node.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749808" y="52120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demo: a real Amazon Bedrock AgentCore agent, found with ZIRAN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554480"/>
            <a:ext cx="10698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 EVERYONE IS ALREADY LOOKING AT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watches the prompt.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749808" y="4160520"/>
            <a:ext cx="104241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Jailbreaks, injection, guardrails — real, and well-guarded. I want the risk nobody's looking at, because it isn't visible from where they're standing.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review sees a list. An agent has a graph.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4338C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reviews look at tools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flat inventory — tool by tool, endpoint by endpoint. Each one checked in isolation, like API endpoints on a form.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09360" y="1554480"/>
            <a:ext cx="52120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an agent actually is
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LLM can call any tool, then feed its output into the next. That's not a list — it's a graph of what the agent can do next.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40080" y="4114800"/>
            <a:ext cx="10908792" cy="1737360"/>
          </a:xfrm>
          <a:prstGeom prst="roundRect">
            <a:avLst>
              <a:gd name="adj" fmla="val 6316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114800"/>
            <a:ext cx="101498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talk turns on this: review one tool at a time and the dangerous combination is invisible — it isn't in any single tool.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an attacker navigates an agent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Forget the model for a minute. Think like someone who just got access.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Attackers don't hunt for a bad tool. They hunt for a path.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731520" cy="73152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737360" y="1645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577840" y="1645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tools exist? What can this agent reach?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731520" cy="7315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880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737360" y="2788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Capability mapping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577840" y="2788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each tool touch — private data, the network, code execution?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31520" y="4023360"/>
            <a:ext cx="731520" cy="731520"/>
          </a:xfrm>
          <a:prstGeom prst="ellipse">
            <a:avLst/>
          </a:prstGeom>
          <a:solidFill>
            <a:srgbClr val="DC2626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1737360" y="3931920"/>
            <a:ext cx="3840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Chaining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577840" y="3931920"/>
            <a:ext cx="5943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Which sequence turns reasonable actions into one bad outcome?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graph traversal — done by hand. ZIRAN does it automatically.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lethal trifecta</a:t>
            </a:r>
            <a:endParaRPr lang="en-US" sz="3200" dirty="0"/>
          </a:p>
        </p:txBody>
      </p:sp>
      <p:pic>
        <p:nvPicPr>
          <p:cNvPr id="3" name="Image 0" descr="/Users/leone.lage.perdigao/github/quanta/talk/assets/lethal-trifect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0840" y="1417320"/>
            <a:ext cx="6927273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data + untrusted content + external comms in one agent. (Framing: Simon Willison.)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structure, two failure shapes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05840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C26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exfiltration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05840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private data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 externally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read tool + a send tool isn't two features. It's an exit, waiting for the right prompt.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199632" y="155448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7ED"/>
          </a:solidFill>
          <a:ln w="15240">
            <a:solidFill>
              <a:srgbClr val="B4530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565392" y="1828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Remote code execution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65392" y="2468880"/>
            <a:ext cx="461772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 untrusted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→ 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execute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B4530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+  network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 + code execution + network access isn't three productivity features. It's an RCE surface.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Neither is a bug in a node. Both are properties of the graph.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most reviews can't catch it</a:t>
            </a:r>
            <a:endParaRPr lang="en-US" sz="3200" dirty="0"/>
          </a:p>
        </p:txBody>
      </p:sp>
      <p:pic>
        <p:nvPicPr>
          <p:cNvPr id="3" name="Image 0" descr="/Users/leone.lage.perdigao/github/quanta/talk/assets/review-blind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4119" y="1417320"/>
            <a:ext cx="8980714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Tool-by-tool, everything passes. The composition stays invisible — until someone connects the dots.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Meet the target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agent I built. Try to find the problem while I describe it.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— the solution design (C4)</a:t>
            </a:r>
            <a:endParaRPr lang="en-US" sz="3200" dirty="0"/>
          </a:p>
        </p:txBody>
      </p:sp>
      <p:pic>
        <p:nvPicPr>
          <p:cNvPr id="3" name="Image 0" descr="/Users/leone.lage.perdigao/github/quanta/talk/assets/c4-contain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22626" y="1417320"/>
            <a:ext cx="67437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Analyst → AgentCore runtime (Strands + Claude) → four tools → read-only replica, allowlisted (untrusted) reference, audited mail.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notice it's well-built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Hexagonal. Read-only replica, parameterised queries, sandboxed compute, egress allowlist, audited delivery. This passes review.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Quanta, live — a real, useful assistant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10908792" cy="2926080"/>
          </a:xfrm>
          <a:prstGeom prst="roundRect">
            <a:avLst>
              <a:gd name="adj" fmla="val 2500"/>
            </a:avLst>
          </a:prstGeom>
          <a:solidFill>
            <a:srgbClr val="0B122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737360"/>
            <a:ext cx="1014984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E2E8F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agentcore invoke '{"prompt": "Revenue by country, top 5"}'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94A3B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Revenue by country
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United Kingdom   76,654.21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Germany          18,484.30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France           15,259.32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EIRE             12,108.35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A7F3D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Spain             7,784.88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46634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Deployed on Amazon Bedrock AgentCore. Real numbers from the public UCI Online Retail II dataset.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640080" y="530352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agent, real data, genuinely useful. Now — is it safe?</a:t>
            </a:r>
            <a:endParaRPr lang="en-US" sz="2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tools. Four real controls.</a:t>
            </a:r>
            <a:endParaRPr lang="en-US" sz="3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48737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What it does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Its control</a:t>
                      </a:r>
                      <a:endParaRPr lang="en-US" sz="15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search_database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reads business metrics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read-only replica · parameterised (no raw SQL)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run_analysis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summarises results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sandbox · no network · no imports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fetch_reference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pulls external benchmarks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egress allowlist (destination)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b="1" dirty="0">
                          <a:solidFill>
                            <a:srgbClr val="4338CA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send_email_report</a:t>
                      </a:r>
                      <a:endParaRPr lang="en-US" sz="14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shares the report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domain allowlist · audit log · dry-run</a:t>
                      </a:r>
                      <a:endParaRPr lang="en-US" sz="14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806440"/>
            <a:ext cx="10908792" cy="777240"/>
          </a:xfrm>
          <a:prstGeom prst="roundRect">
            <a:avLst>
              <a:gd name="adj" fmla="val 11765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0" y="5806440"/>
            <a:ext cx="10332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65F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tool-by-tool review signs off — 4 / 4 approved. Hold that thought.</a:t>
            </a:r>
            <a:endParaRPr lang="en-US" sz="1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— find the composition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reviewing tools one at a time. Look at what they do together.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ZIRAN does differently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1088136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builds the agent's capability graph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— every tool, and every way one tool's output can flow into another.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Then it checks that graph against a library of known dangerous compositions:
</a:t>
            </a:r>
            <a:endParaRPr lang="en-US" sz="1900" dirty="0"/>
          </a:p>
        </p:txBody>
      </p:sp>
      <p:sp>
        <p:nvSpPr>
          <p:cNvPr id="4" name="Shape 2"/>
          <p:cNvSpPr/>
          <p:nvPr/>
        </p:nvSpPr>
        <p:spPr>
          <a:xfrm>
            <a:off x="64008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direct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34340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4340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indirect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34340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… → 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8046720" y="3383280"/>
            <a:ext cx="3383280" cy="1371600"/>
          </a:xfrm>
          <a:prstGeom prst="roundRect">
            <a:avLst>
              <a:gd name="adj" fmla="val 8000"/>
            </a:avLst>
          </a:prstGeom>
          <a:solidFill>
            <a:srgbClr val="EEF2FF"/>
          </a:solidFill>
          <a:ln w="1524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46720" y="35661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cycle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8046720" y="41148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→ B → … → 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21208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Here it isn't testing prompts. It's reasoning about structure.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in three steps</a:t>
            </a:r>
            <a:endParaRPr lang="en-US" sz="3200" dirty="0"/>
          </a:p>
        </p:txBody>
      </p:sp>
      <p:pic>
        <p:nvPicPr>
          <p:cNvPr id="3" name="Image 0" descr="/Users/leone.lage.perdigao/github/quanta/talk/assets/graph-evol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12468"/>
            <a:ext cx="10908792" cy="41817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approved tools → the agent can sequence them → one path is an exit.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…and the composition is still critical</a:t>
            </a:r>
            <a:endParaRPr lang="en-US" sz="3200" dirty="0"/>
          </a:p>
        </p:txBody>
      </p:sp>
      <p:pic>
        <p:nvPicPr>
          <p:cNvPr id="3" name="Image 0" descr="/Users/leone.lage.perdigao/github/quanta/talk/assets/architecture-overl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4476" y="1417320"/>
            <a:ext cx="7620000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control held. The path between them did not — and the agent can walk it.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isn't a drawing — it's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ziran_graph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0172" y="1417320"/>
            <a:ext cx="5208608" cy="45720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real ZIRAN interactive graph. One critical finding: search_database → send_email_report, data_exfiltration.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2286000"/>
            <a:ext cx="1097280" cy="1097280"/>
          </a:xfrm>
          <a:prstGeom prst="ellipse">
            <a:avLst/>
          </a:prstGeom>
          <a:solidFill>
            <a:srgbClr val="4338C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286000"/>
            <a:ext cx="10972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2103120" y="233172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finding to breach — and back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2130552" y="3429000"/>
            <a:ext cx="8961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ZIRAN found the path. Now watch an attacker walk it — then watch us close it.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Theoretical? Watch it happen — live, offline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vulner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143710"/>
            <a:ext cx="10908792" cy="311921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Benign request + a poisoned reference → 16,741 bytes of customer PII to an attacker mailbox on the ALLOWLISTED domain. Every per-tool control held.</a:t>
            </a:r>
            <a:endParaRPr lang="en-US" sz="15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vulnerabilities, one agent</a:t>
            </a:r>
            <a:endParaRPr lang="en-US" sz="3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08760"/>
          <a:ext cx="10908792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280160"/>
                <a:gridCol w="4114800"/>
                <a:gridCol w="213055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Vulnerability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OWASP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Where it lives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Caught by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338C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Tool-composition exfiltration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structural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search_database → send_email_report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ZIRAN — static, pre-attack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Indirect prompt injection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LLM01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fetched content from fetch_reference, obeyed as an instruction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Excessive agency / confused deputy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LLM06 / 08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send_email_report trusts a model-chosen recipient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runtime policy</a:t>
                      </a:r>
                      <a:endParaRPr lang="en-US" sz="13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40080" y="5029200"/>
            <a:ext cx="10908792" cy="1280160"/>
          </a:xfrm>
          <a:prstGeom prst="roundRect">
            <a:avLst>
              <a:gd name="adj" fmla="val 7143"/>
            </a:avLst>
          </a:prstGeom>
          <a:solidFill>
            <a:srgbClr val="FEF2F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0120" y="502920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7F1D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composition is the precondition — ZIRAN finds it before anyone is attacked. The injection is the trigger; the model-chosen recipient is the missing control. All three live on four review-passing tools.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What's behind the scan</a:t>
            </a:r>
            <a:endParaRPr lang="en-US" sz="3200" dirty="0"/>
          </a:p>
        </p:txBody>
      </p:sp>
      <p:pic>
        <p:nvPicPr>
          <p:cNvPr id="3" name="Image 0" descr="/Users/leone.lage.perdigao/github/quanta/talk/assets/credibil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44890" y="1417320"/>
            <a:ext cx="9699171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the graph: the same attack, blocked</a:t>
            </a:r>
            <a:endParaRPr lang="en-US" sz="3200" dirty="0"/>
          </a:p>
        </p:txBody>
      </p:sp>
      <p:pic>
        <p:nvPicPr>
          <p:cNvPr id="3" name="Image 0" descr="/Users/leone.lage.perdigao/github/quanta/talk/assets/exploit_harden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249662"/>
            <a:ext cx="10908792" cy="290731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6126480"/>
            <a:ext cx="1090879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injected security policy. Injection refused as data; model-chosen recipient denied; the analyst's summary still goes out. Same agent, same payload.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fix isn't 'remove a tool'. Break the graph.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08760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792224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179222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600200" y="1508760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instructions from data  ·  LLM01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669280" y="1508760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from fetch_reference is data, never commands — the injected step never runs.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" y="2624328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907792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90779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600200" y="2624328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Recipient binding  ·  LLM06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69280" y="2624328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send_email_report only reaches the authenticated requester — not a model-chosen address, even on an allowlisted domain.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0080" y="3739896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4023360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40233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600200" y="3739896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Trifecta gate  ·  taint tracking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669280" y="3739896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run holding private + untrusted data can't reach an external sink unattended. Aggregates aren't private — the real task still works.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0080" y="4855464"/>
            <a:ext cx="10908792" cy="1024128"/>
          </a:xfrm>
          <a:prstGeom prst="roundRect">
            <a:avLst>
              <a:gd name="adj" fmla="val 892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14400" y="5138928"/>
            <a:ext cx="457200" cy="457200"/>
          </a:xfrm>
          <a:prstGeom prst="ellipse">
            <a:avLst/>
          </a:prstGeom>
          <a:solidFill>
            <a:srgbClr val="059669"/>
          </a:solidFill>
          <a:ln/>
        </p:spPr>
      </p:sp>
      <p:sp>
        <p:nvSpPr>
          <p:cNvPr id="20" name="Text 18"/>
          <p:cNvSpPr/>
          <p:nvPr/>
        </p:nvSpPr>
        <p:spPr>
          <a:xfrm>
            <a:off x="914400" y="513892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✓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00200" y="4855464"/>
            <a:ext cx="402336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Re-scan in CI  ·  ziran ci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669280" y="4855464"/>
            <a:ext cx="5669280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 the build when a newly-added tool completes a trifecta. Composition as a reviewable artifact.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920240"/>
            <a:ext cx="10698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 isn't whether your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tools are safe individually.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749808" y="374904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200" i="1" dirty="0">
                <a:solidFill>
                  <a:srgbClr val="818C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what they're capable of together — and whether you ask that question before an attacker does.</a:t>
            </a:r>
            <a:endParaRPr lang="en-US" sz="2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EF2FF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60120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4338C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github.com/taoq-ai/quanta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demo agent — defensible architecture, one composition finding. Run scripts/exploit_demo.py yourself.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199632" y="1554480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ECFDF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519672" y="178308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2000" b="1" dirty="0">
                <a:solidFill>
                  <a:srgbClr val="05966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github.com/taoq-ai/ziran
</a:t>
            </a:r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finder — composition analysis for AI agents.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40080" y="3931920"/>
            <a:ext cx="10908792" cy="1371600"/>
          </a:xfrm>
          <a:prstGeom prst="roundRect">
            <a:avLst>
              <a:gd name="adj" fmla="val 6667"/>
            </a:avLst>
          </a:prstGeom>
          <a:solidFill>
            <a:srgbClr val="FEF2F2"/>
          </a:solidFill>
          <a:ln w="15240">
            <a:solidFill>
              <a:srgbClr val="DC262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3931920"/>
            <a:ext cx="102412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Education only.  </a:t>
            </a:r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7F1D1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Quanta is deliberately composable and has a known, intentional vulnerability by design. Do not deploy it for real or connect it to real data.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55778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— questions?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2026-06-23T14:37:07Z</dcterms:created>
  <dcterms:modified xsi:type="dcterms:W3CDTF">2026-06-23T14:37:07Z</dcterms:modified>
</cp:coreProperties>
</file>