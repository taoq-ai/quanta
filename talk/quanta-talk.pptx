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title, then a beat. 'By the end you'll have watched a clean, well-architected agent get one critical finding — and the finding isn't in any of its tools.' Audience: builders/engineers. 45 min: ~30 talk + ~10 demo + ~5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AI-security energy goes at the prompt: jailbreaks, injection, guardrails. It matters — but it's the part everyone is already looking at. Say: 'I want the risk nobody's looking at, because it isn't visible from where they're standing.'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security review enumerates tools like API endpoints: a list. But an LLM agent can call any tool, then feed its output into the next. That's not a list — it's a graph of what the agent can do next. Hold this idea; the whole talk turns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'Forget the model for a minute. Think like someone who just got access to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moves: recon (what tools exist?), capability mapping (what does each touch — data? network? compute?), chaining (which sequence turns reasonable actions into one bad outcome?). Attackers don't look for A dangerous tool. They look for a PATH. This is graph traversal, done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capabilities individually fine and collectively lethal: access to private data, exposure to untrusted content, the ability to communicate externally. Any agent with all three can be steered to read secrets and send them out — through entirely authorised actions. Credit Simon Willison's 'lethal trifecta'.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structural idea, two shapes. Exfiltration: read + send. RCE surface: fetch untrusted + execute + network. Neither is a bug in a node. Both are properties of the graph. (Our demo focuses on exfiltration — the subtler, more relatable one.)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Reviews look tool-by-tool, endpoint-by-endpoint — and tool-by-tool, everything passes. The composition is invisible from that vantage point. Say: 'It stays invisible until someone connects the dots. The only question is whether that someone works for you.'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'Let me show you an agent I built — and I want you to try to find the problem while I describe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design, C4 container view. A real, sensible architecture: the analyst talks to the Quanta AgentCore runtime; a Strands agent backed by Bedrock Claude sequences four tool containers; those reach a read-only analytics replica, allowlisted external reference sources, and an audited mail relay. Point at the trust tags along the bottom: PRIVATE data in, UNTRUSTED content in, EXTERNAL send out — all three legs present in one runtime. Nothing here looks wrong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 into the controls. Hexagonal, ports &amp; adapters. Read-only replica, parameterised queries (no raw SQL), a sandboxed interpreter with no network, an egress allowlist on outbound fetches, audited report delivery. Say: 'This is not a toy. Every box here is something you'd sign off on. No unsandboxed eval, no raw SQL, no open egress.'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Part 1: it's a real agent ***
Run:  python scripts/demo.py --pause          (whole demo: ask -&gt; scan -&gt; exploit)
  or just this part:  python scripts/demo.py ask              (offline stub)
  on the deployed agent:  python scripts/demo.py ask --cloud  (real AgentCore)
It asks three real questions (revenue by country top 5 / orders per country / top customers).
Real numbers from UCI Online Retail II. Then say: 'Real agent, real data, genuinely useful. Now — is it safe?'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tools. Four real controls: search_database (read-only, parameterised), run_analysis (sandboxed), fetch_reference (allowlist), send_email_report (allowlist + audit + dry-run). A tool-by-tool review signs off 4 out of 4. Hold that 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'Instead of reviewing tools one at a time, let's look at what they can do together.'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Ziran builds the agent's capability graph and checks it against a library of known dangerous compositions — direct (A→B), indirect (A→…→B), and cycles. Say: 'It's not testing prompts here. It's reasoning about 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panels: four approved tools → the agent can sequence them (edges) → one path is an exit. Say: 'Nothing here is hypothetical. An LLM agent really can call send right after search.'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architecture — now with the red path. Say slowly: 'Every control still holds. Read-only: held. Sandbox: held. Allowlists: held. And here's the path: untrusted content comes in through fetch_reference, the agent reads private data with search_database, and ships it out through send_email_report — every step authorised. Every box was hardened. The arrow wasn't.'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find the composition ***
Run:  python scripts/demo.py scan   (installs Ziran if needed, then opens the report)
It scans in-process and opens reports/*_report.html — pan the graph, click the red node.
(This slide embeds the real interactive graph as a looping GIF — it plays in Presenter/slideshow, and is the fallback if the live open stalls.)
One critical finding: search_database → send_email_report, data_exfiltration. Say: 'I didn't tell Ziran this was dangerous — that verdict is from its built-in patterns. I gave it a graph; it gave me the exit. But a finding on a slide is easy to wave away — so let me show you the exit actually being used.'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'Ziran found the path statically, before anyone attacked. Now let's walk it like an attacker — then close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breach ***
Run:  python scripts/demo.py exploit            (offline, deterministic — prints both runs)
Walk the table: a benign request → fetch_reference returns an allowlisted page whose CONTENT carries a hidden instruction (indirect prompt injection, LLM01). The agent obeys → search_database reads 900 customer-level rows → watch the taint go red: PRIVATE+UNTRUSTED, the lethal trifecta in one run → send_email_report ships 16,741 bytes of PII to ops-archive@reports.acme-analytics.example. That mailbox is on the ALLOWLISTED domain — the domain check PASSED. Model-chosen recipient = excessive agency / confused deputy (LLM06). Say slowly: 'No control was bypassed. The data left through fully authorised actions.'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what we just saw. One innocuous agent, three stacked classes: the composition (structural — Ziran finds it pre-attack), indirect prompt injection (LLM01 — the trigger), excessive agency / confused deputy (LLM06 — the missing control). None is a bug in a single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fix ***
`python scripts/demo.py exploit` already printed both runs — scroll to the second.
Same agent, same payload, opposite outcome: the injected instruction is REFUSED as data (LLM01); the model-chosen recipient is DENIED by recipient-binding (LLM06); the trifecta gate stops a private+untrusted run reaching an external sink. Crucially the analyst's legitimate summary STILL goes out. Say: 'The fix didn't break the product. We broke the path, not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fix is NOT 'remove a tool' — each is justified. Break the graph: no-instructions-from-data (LLM01), recipient binding (LLM06), trifecta gate via taint (the composition), and re-scan in CI (ziran ci fails the build when a new tool completes a trifecta). Three are runtime guardrails; the last is the design-time one that matches the thesis. It's all real, tested code in quanta/security/.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natural question: doesn't splitting into specialised, least-privileged agents fix this? It's necessary but NOT sufficient. Walk the red path: a poisoned doc hits the Research agent (untrusted); the injected instruction rides the shared memory / message bus to the Analytics agent (reads PII), which hands off to the Comms agent (sends out). No single agent holds all three legs — the SYSTEM does. The graph didn't shrink; it got bigger and harder to see: nodes are now (agent, tool) pairs; edges are agent-to-agent messages, delegation, and shared memory. Ziran scans multi-agent topologies (router/RAG, supervisor)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remediation, lifted to the system level. Constrain the topology (allowlist agent-to-agent edges — not a mesh). Carry taint/provenance across the message bus and enforce at boundaries — the trifecta gate moves up to the orchestrator. Quarantine the untrusted-facing agent (dual-LLM: structured output only, never instructions to privileged agents). One human/deterministic gate at the closure point. Re-scan the whole system graph in CI. Land the kicker: no single tool was dangerous, and no single agent is either — the risk lives in how they connect.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'If you're building, reviewing, or signing off on agents: stop asking only whether each tool is safe. Ask what they're capable of together — and put that question in your pipeline, not in an attacker's hands.' Restate the thesis: the vulnerability lives in the graph, not in any node.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repos, two QR codes — scan instead of typing: github.com/taoq-ai/quanta (the demo agent — education only, intentionally composable; run python scripts/demo.py) and github.com/taoq-ai/ziran (the open-source composition analysis). Note Quanta is deliberately vulnerable by design; don't deploy it for real. Take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Your Agent Tools</a:t>
            </a:r>
            <a:endParaRPr lang="en-US" sz="5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Against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49808" y="4343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vulnerability lives in the graph, not in any node.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a real Amazon Bedrock AgentCore agent, found with Ziran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EVERYONE IS ALREADY LOOKING AT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watches the prompt.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49808" y="4160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Jailbreaks, injection, guardrails — real, and well-guarded. I want the risk nobody's looking at, because it isn't visible from where they're standing.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sees a list. An agent has a graph.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reviews look at tools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inventory — tool by tool, endpoint by endpoint. Each one checked in isolation, like API endpoints on a form.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0936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actually is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can call any tool, then feed its output into the next. That's not a list — it's a graph of what the agent can do next.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908792" cy="173736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114800"/>
            <a:ext cx="10149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talk turns on this: review one tool at a time and the dangerous combination is invisible — it isn't in any single tool.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attacker navigates an agent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 the model for a minute. Think like someone who just got access.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Attackers don't hunt for a bad tool. They hunt for a path.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577840" y="1645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tools exist? What can this agent reach?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880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2788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mapping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2788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each tool touch — private data, the network, code execution?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77840" y="3931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sequence turns reasonable actions into one bad outcome?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graph traversal — done by hand. Ziran does it automatically.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lethal trifecta</a:t>
            </a:r>
            <a:endParaRPr lang="en-US" sz="3200" dirty="0"/>
          </a:p>
        </p:txBody>
      </p:sp>
      <p:pic>
        <p:nvPicPr>
          <p:cNvPr id="3" name="Image 0" descr="/Users/leone.lage.perdigao/github/quanta/talk/assets/lethal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0840" y="1417320"/>
            <a:ext cx="6927273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data + untrusted content + external comms in one agent. (Framing: Simon Willison.)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structure, two failure shapes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exfiltration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private data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externally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tool + a send tool isn't two features. It's an exit, waiting for the right prompt.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199632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7ED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code execution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65392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untrusted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network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code execution + network access isn't three productivity features. It's an RCE surface.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bug in a node. Both are properties of the graph.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most reviews can't catch it</a:t>
            </a:r>
            <a:endParaRPr lang="en-US" sz="3200" dirty="0"/>
          </a:p>
        </p:txBody>
      </p:sp>
      <p:pic>
        <p:nvPicPr>
          <p:cNvPr id="3" name="Image 0" descr="/Users/leone.lage.perdigao/github/quanta/talk/assets/review-blind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119" y="1417320"/>
            <a:ext cx="8980714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Tool-by-tool, everything passes. The composition stays invisible — until someone connects the dots.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target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 built. Try to find the problem while I describe it.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 — the solution design (C4)</a:t>
            </a:r>
            <a:endParaRPr lang="en-US" sz="3200" dirty="0"/>
          </a:p>
        </p:txBody>
      </p:sp>
      <p:pic>
        <p:nvPicPr>
          <p:cNvPr id="3" name="Image 0" descr="/Users/leone.lage.perdigao/github/quanta/talk/assets/c4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2626" y="1417320"/>
            <a:ext cx="67437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→ AgentCore runtime (Strands + Claude) → four tools → read-only replica, allowlisted (untrusted) reference, audited mail.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notice it's well-built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Hexagonal. Read-only replica, parameterised queries, sandboxed compute, egress allowlist, audited delivery. This passes review.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Quanta, live — a real, useful assistant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92608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3736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agentcore invoke '{"prompt": "Revenue by country, top 5"}'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by country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   76,654.21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Germany          18,484.30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France           15,259.32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EIRE             12,108.35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Spain             7,784.88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on Amazon Bedrock AgentCore. Real numbers from the public UCI Online Retail II dataset.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agent, real data, genuinely useful. Now — is it safe?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tools. Four real controls.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4873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Its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search_database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business metrics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 replica · parameterised (no raw SQL)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run_analysis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summarises results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sandbox · no network · no imports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fetch_reference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pulls external benchmarks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egress allowlist (destination)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send_email_report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shares the report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 allowlist · audit log · dry-run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tool-by-tool review signs off — 4 / 4 approved. Hold that thought.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— find the composition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reviewing tools one at a time. Look at what they do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Ziran does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the agent's capability graph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every tool, and every way one tool's output can flow into another.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checks that graph against a library of known dangerous compositions:
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4340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… → 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→ … → 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 it isn't testing prompts. It's reasoning about structure.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in three steps</a:t>
            </a:r>
            <a:endParaRPr lang="en-US" sz="3200" dirty="0"/>
          </a:p>
        </p:txBody>
      </p:sp>
      <p:pic>
        <p:nvPicPr>
          <p:cNvPr id="3" name="Image 0" descr="/Users/leone.lage.perdigao/github/quanta/talk/assets/graph-ev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2468"/>
            <a:ext cx="10908792" cy="41817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approved tools → the agent can sequence them → one path is an exit.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the composition is still critical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control held. The path between them did not — and the agent can walk it.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drawing — it's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ziran_grap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9821" y="1417320"/>
            <a:ext cx="5209309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Ziran interactive graph. One critical finding: search_database → send_email_report, data_exfiltration.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 to breach — and back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Ziran found the path. Now watch an attacker walk it — then watch us close it.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Theoretical? Watch it happen — live, offline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vulner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3710"/>
            <a:ext cx="10908792" cy="31192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 request + a poisoned reference → 16,741 bytes of customer PII to an attacker mailbox on the ALLOWLISTED domain. Every per-tool control held.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vulnerabilities, one agent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280160"/>
                <a:gridCol w="4114800"/>
                <a:gridCol w="2130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Vulnerability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lives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Caught by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Tool-composition exfiltration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search_database → send_email_report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Ziran — static, pre-attack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Indirect prompt injection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fetched content from fetch_reference, obeyed as an instruction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Excessive agency / confused deputy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LLM06 / 08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send_email_report trusts a model-chosen recipient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0292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502920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7F1D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composition is the precondition — Ziran finds it before anyone is attacked. The injection is the trigger; the model-chosen recipient is the missing control. All three live on four review-passing tools.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graph: the same attack, blocked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hard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49662"/>
            <a:ext cx="10908792" cy="29073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injected security policy. Injection refused as data; model-chosen recipient denied; the analyst's summary still goes out. Same agent, same payload.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isn't 'remove a tool'. Break the graph.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792224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1508760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instructions from data  ·  LLM01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0" y="1508760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from fetch_reference is data, never commands — the injected step never runs.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907792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07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2624328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Recipient binding  ·  LLM06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0" y="2624328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send_email_report only reaches the authenticated requester — not a model-chosen address, even on an allowlisted domain.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02336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73989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Trifecta gate  ·  taint tracking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69280" y="3739896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 holding private + untrusted data can't reach an external sink unattended. Aggregates aren't private — the real task still works.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55464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5138928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38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4855464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in CI  ·  ziran ci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669280" y="4855464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the build when a newly-added tool completes a trifecta. Composition as a reviewable artifact.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about multi-agent systems?</a:t>
            </a:r>
            <a:endParaRPr lang="en-US" sz="3200" dirty="0"/>
          </a:p>
        </p:txBody>
      </p:sp>
      <p:pic>
        <p:nvPicPr>
          <p:cNvPr id="3" name="Image 0" descr="/Users/leone.lage.perdigao/github/quanta/talk/assets/multi-agent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9233" y="1417320"/>
            <a:ext cx="7290486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into least-privileged agents and the trifecta reassembles across them — via messages and shared memory.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Breaking the graph — across agents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55448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554480" y="137160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 the topology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577840" y="137160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Allowlist which agent may talk to which — not a full mesh. A private-reading agent should have no path to an external-sending one.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2316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4231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224028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Provenance / taint on the bus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577840" y="224028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taint across agent-to-agent messages; enforce at agent boundaries — the trifecta gate moves up to the orchestrator.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29184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2918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54480" y="310896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Quarantine untrusted-facing agents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5577840" y="310896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touching untrusted content emits only structured, constrained output — never free-form instructions to privileged agents (dual-LLM).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397764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16052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1605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554480" y="397764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gate at the closure point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5577840" y="397764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or deterministic check where a private + untrusted flow could reach an external sink.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40080" y="484632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502920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02920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554480" y="484632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the whole system graph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5577840" y="484632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sub-agent or inter-agent edge can complete a cross-agent trifecta — Ziran in CI fails that build.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" y="5724144"/>
            <a:ext cx="10908792" cy="603504"/>
          </a:xfrm>
          <a:prstGeom prst="roundRect">
            <a:avLst>
              <a:gd name="adj" fmla="val 15152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724144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lesson, one level up: no single tool was dangerous — and no single agent is either. The risk lives in how they connect.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isn't whether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are safe individually.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49808" y="37490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they're capable of together — and whether you ask that question before an attacker does.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78308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github.com/taoq-ai/quanta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agent — defensible architecture, one composition finding.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370832" y="1783080"/>
            <a:ext cx="1463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6" name="Image 0" descr="/Users/leone.lage.perdigao/github/quanta/talk/assets/qr_quan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2272" y="1874520"/>
            <a:ext cx="1280160" cy="1280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370832" y="32461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open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199632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19672" y="178308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Ziran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github.com/taoq-ai/ziran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— the composition analysis used here.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9930384" y="1783080"/>
            <a:ext cx="1463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11" name="Image 1" descr="/Users/leone.lage.perdigao/github/quanta/talk/assets/qr_zir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1824" y="1874520"/>
            <a:ext cx="1280160" cy="1280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930384" y="32461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open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3192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60120" y="39319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Education only. 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 is deliberately composable and has a known, intentional vulnerability by design. Do not deploy it for real or connect it to real data.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2026-06-24T09:23:40Z</dcterms:created>
  <dcterms:modified xsi:type="dcterms:W3CDTF">2026-06-24T09:23:40Z</dcterms:modified>
</cp:coreProperties>
</file>