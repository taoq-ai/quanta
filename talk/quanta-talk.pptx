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'By the end, you'll have watched a clean, well-built agent get one critical finding — and it isn't in any of its tools.'
· Land the title. Pause. Let it sit.
· 45 min — about 30 talk, 10 demo, 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'Everyone watches the prompt — jailbreaks, injection, guardrails. That's real, and it's well guarded.'
· Then: 'I want the risk nobody's looking at — because you can't see it from there.'
→ so where do you look instead?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 review sees a list of tools. An agent sees a graph.'
· A review checks each tool on its own — like endpoints on a form.
· But an agent calls one tool, then feeds its output into the next.
· That's a graph: what it can do NEXT.
· The whole talk turns on this. One tool at a time, the dangerous combo is invisible.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'An attacker doesn't hunt for one bad tool. They hunt for a path.'
· Recon — what tools are here?
· Mapping — what does each one touch? Data, network, code?
· Chaining — which order turns safe steps into one bad outcome?
· That's walking the graph by hand. Ziran does it automatically.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'Three powers, each fine on its own, deadly together.'
· Private data. Untrusted content. The ability to send out.
· Any agent with all three can be steered to read secrets and send them — all through allowed actions.
· The name is Simon Willison's: the lethal trifecta.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'Same shape, two outcomes.'
· Exfiltration: read private, then send out.
· RCE: fetch untrusted, run code, reach the network.
· Neither is a bug in one tool. Both live in the graph.
· We'll focus on exfiltration — the more relatable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'Tool by tool, everything passes. The dangerous combination stays invisible.'
· A review looks one endpoint at a time — and from there, the path can't be seen.
·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'Let me show you an agent I built — and try to spot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'This is the design. A normal, sensible architecture.'
· The analyst talks to the agent; it sequences four tools.
· They reach a read-only database, outside reference sources, and an audited mail relay.
· Point at the tags along the bottom: PRIVATE in, UNTRUSTED in, EXTERNAL out — all three in one agent.
· 'Nothing here looks wrong yet.'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'And notice — it's well built. Every box here is something you'd sign off on.'
· Read-only database, no raw SQL, sandboxed compute with no network, an allowlist on outbound fetches, audited mail.
· 'This is not a toy. No open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python scripts/demo.py --pause        (whole demo: ask -&gt; scan -&gt; exploit)
  just this part:           ask
  real Bedrock, no deploy:  ask --online
  the deployed agent:       ask --cloud
· Three real questions: revenue by country, orders per country, top customers.
· Real numbers from the public UCI retail dataset.
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'Four tools. Each with a real control.'
· search_database — read-only, no raw SQL.
· run_analysis — sandboxed, no network.
· fetch_reference — egress allowlist.
· send_email_report — domain allowlist, audit, dry-run.
· 'Reviewed one at a time, it's 4 out of 4 approved. Hold that thought.'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'Quick intro — what Ziran actually is.'
· An open-source scanner that looks at what an agent's tools can do together.
· Static — it reads the tool graph, doesn't need to run the model.
· It looks for known-dangerous combinations, like the trifecta.
· Runs locally or in CI — and it complements prompt red-teaming, doesn't replace it.
· Keep it light — the next slide is how it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'Ziran builds the agent's capability graph — every tool, and every way one tool's output can flow into another.'
· Then it checks that graph for known-dangerous combinations: direct, indirect, and loops.
·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(walk the three panels): 'Four approved tools → the agent can sequence them → one path is an exit.'
· 'Nothing here is hypothetical. An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slowly: 'Every control still holds. Read-only: held. Sandbox: held. Allowlists: held.'
· 'And here's the path: untrusted content comes in, the agent reads private data, and ships it out — every step allowed.'
· 'Every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python scripts/demo.py scan        (installs local Ziran if needed, opens the report)
· It scans in-process and prints two beats:
   STATIC  — the dangerous path Ziran finds in the tool graph.
   DYNAMIC — Ziran confirms the real leak from the actual tool calls.
· Then it opens the report. Pan the graph, click the red node.
· (The slide has the real graph as a looping GIF — the fallback if the live open stalls.)
SAY (static): 'I didn't tell Ziran this was dangerous. I gave it a graph; it handed me the exit.'
SAY (dynamic): 'And it's not theoretical — it confirms the leak from the real tool calls. Notice what it does NOT flag: an agent just listing its tools. The finding is the composition, not a keyword.'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'Ziran found the path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scripts/demo.py exploit --vulnerable-only   (offline, deterministic)
Walk the table:
· A benign request → fetch_reference returns an allowlisted page with a hidden instruction (injection, LLM01).
· The agent obeys → search_database reads the customer table (names + emails).
· Watch the taint go red: PRIVATE + UNTRUSTED — the trifecta, in one run.
· send_email_report ships the whole customer list to an attacker mailbox ON the allowlisted domain — the check passed.
· The model picked the recipient = excessive agency (LLM06).
SAY slowly: 'No control was bypassed. The data left through fully allowed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'Name what we just saw — one harmless-looking agent, three problems stacked.'
· The composition — structural. Ziran finds it before any attack.
· The injection — the trigger (LLM01).
· The model-chosen recipient — the missing control (LLM06).
· None of them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Run:  python scripts/demo.py exploit --hardened-only   (or scroll to the 2nd run)
· Same agent, same payload, opposite outcome:
   - injected instruction REFUSED as data (LLM01)
   - model-chosen recipient DENIED (LLM06)
   - trifecta gate stops a private+untrusted run from sending out.
· But the analyst's real summary STILL goes out.
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fix isn't remove a tool — each one is justified. You break the graph.'
· No instructions from data — fetched content can't issue commands (LLM01).
· Recipient binding — mail only goes to the real requester (LLM06).
· Trifecta gate — a private+untrusted run can't send out on its own. Aggregates aren't private, so the real task still works.
· Re-scan in CI — fail the build when a new tool completes the trifecta.
·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obvious question — doesn't splitting into smaller, least-privilege agents fix this?'
· Necessary, but not enough.
· Walk the red path: a poisoned doc hits the Research agent → the instruction rides shared memory to the Analytics agent (reads PII) → hands off to the Comms agent (sends out).
· No single agent holds all three legs — the SYSTEM does.
· The graph didn't shrink. It got bigger and harder to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'Same fix, one level up.'
· Constrain who talks to whom — not a full mesh.
· Carry taint across messages; enforce at agent boundaries.
· Quarantine the untrusted-facing agent — structured output only, never instructions to privileged agents.
· One gate where a private+untrusted flow could reach the outside.
· Re-scan the whole system graph in CI.
SAY (kicker): 'No single tool was dangerous — and no single agent is either. The risk lives in how they connect.'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'The question isn't whether your tools are safe one by one. It's what they can do together — and whether you ask that before an attacker does.'
·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'Two repos to try this yourself.' Point to the QR codes.
· Quanta — the demo agent. Education only, vulnerable by design. Don't deploy it for real.
· Ziran — open source, the composition analysis you just saw.
· Thank the room.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private/tmp/quanta-ziran-slide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private/tmp/quanta-ziran-slide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private/tmp/quanta-ziran-slide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private/tmp/quanta-ziran-slide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Ziran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417320"/>
            <a:ext cx="10241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open-source scanner for what an agent's tools can do together — not whether each one is safe alone.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2660904"/>
            <a:ext cx="256032" cy="256032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51460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 analysis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532120" y="2514600"/>
            <a:ext cx="5943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agent's tool graph — it doesn't need to run the live model.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822960" y="3483864"/>
            <a:ext cx="256032" cy="256032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33756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Known-dangerous compositions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532120" y="3337560"/>
            <a:ext cx="5943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for structural patterns like the lethal trifecta, not keywords.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" y="4306824"/>
            <a:ext cx="256032" cy="256032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416052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or in CI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4160520"/>
            <a:ext cx="5943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check you can put in your pipeline, before anyone is attacked.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22960" y="5129784"/>
            <a:ext cx="256032" cy="256032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15" name="Text 13"/>
          <p:cNvSpPr/>
          <p:nvPr/>
        </p:nvSpPr>
        <p:spPr>
          <a:xfrm>
            <a:off x="1325880" y="4983480"/>
            <a:ext cx="4114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Complements red-teaming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532120" y="4983480"/>
            <a:ext cx="5943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the path that exists; red-teaming tests whether a given model walks it.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640080" y="58521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 · github.com/taoq-ai/ziran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private/tmp/quanta-ziran-slide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private/tmp/quanta-ziran-slide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private/tmp/quanta-ziran-slide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9821" y="1417320"/>
            <a:ext cx="5209309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red node IS the finding: Ziran flags the composition statically, then confirms the live exfil dynamically.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private/tmp/quanta-ziran-slide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the full customer table (names + emails)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private/tmp/quanta-ziran-slide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about multi-agent systems?</a:t>
            </a:r>
            <a:endParaRPr lang="en-US" sz="3200" dirty="0"/>
          </a:p>
        </p:txBody>
      </p:sp>
      <p:pic>
        <p:nvPicPr>
          <p:cNvPr id="3" name="Image 0" descr="/private/tmp/quanta-ziran-slide/talk/assets/multi-agent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9233" y="1417320"/>
            <a:ext cx="7290486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least-privileged agents and the trifecta reassembles across them — via messages and shared memory.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Breaking the graph — across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55448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37160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 the topology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577840" y="137160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Allowlist which agent may talk to which — not a full mesh. A private-reading agent should have no path to an external-sending one.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24028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42316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42316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24028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/ taint on the bus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577840" y="224028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Carry taint across agent-to-agent messages; enforce at agent boundaries — the trifecta gate moves up to the orchestrator.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29184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29184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10896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Quarantine untrusted-facing agents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577840" y="310896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touching untrusted content emits only structured, constrained output — never free-form instructions to privileged agents (dual-LLM).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397764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416052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41605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7764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gate at the closure point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577840" y="397764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or deterministic check where a private + untrusted flow could reach an external sink.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0879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029200"/>
            <a:ext cx="420624" cy="420624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02920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846320"/>
            <a:ext cx="39319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the whole system graph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5577840" y="4846320"/>
            <a:ext cx="5760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sub-agent or inter-agent edge can complete a cross-agent trifecta — Ziran in CI fails that build.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724144"/>
            <a:ext cx="10908792" cy="603504"/>
          </a:xfrm>
          <a:prstGeom prst="roundRect">
            <a:avLst>
              <a:gd name="adj" fmla="val 15152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724144"/>
            <a:ext cx="105156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lesson, one level up: no single tool was dangerous — and no single agent is either. The risk lives in how they connect.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370832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6" name="Image 0" descr="/private/tmp/quanta-ziran-slide/talk/assets/qr_quan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1874520"/>
            <a:ext cx="1280160" cy="1280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70832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9672" y="1783080"/>
            <a:ext cx="32461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— the composition analysis used here.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9930384" y="1783080"/>
            <a:ext cx="146304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/>
        </p:spPr>
      </p:sp>
      <p:pic>
        <p:nvPicPr>
          <p:cNvPr id="11" name="Image 1" descr="/private/tmp/quanta-ziran-slide/talk/assets/qr_zir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1824" y="1874520"/>
            <a:ext cx="1280160" cy="12801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930384" y="32461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open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2026-06-24T18:52:37Z</dcterms:created>
  <dcterms:modified xsi:type="dcterms:W3CDTF">2026-06-24T18:52:37Z</dcterms:modified>
</cp:coreProperties>
</file>