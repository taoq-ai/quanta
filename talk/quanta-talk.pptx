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title, then a beat. 'By the end you'll have watched a clean, well-architected agent get one critical finding — and the finding isn't in any of its tools.' Audience: builders/engineers. 45 min: ~30 talk + ~10 demo + ~5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AI-security energy goes at the prompt: jailbreaks, injection, guardrails. It matters — but it's the part everyone is already looking at. Say: 'I want the risk nobody's looking at, because it isn't visible from where they're standing.'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security review enumerates tools like API endpoints: a list. But an LLM agent can call any tool, then feed its output into the next. That's not a list — it's a graph of what the agent can do next. Hold this idea; the whole talk turns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recon (what tools exist?), capability mapping (what does each touch — data? network? compute?), chaining (which sequence turns reasonable actions into one bad outcome?). Attackers don't look for A dangerous tool. They look for a PATH. This is graph traversal,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 individually fine and collectively lethal: access to private data, exposure to untrusted content, the ability to communicate externally. Any agent with all three can be steered to read secrets and send them out — through entirely authorised actions. Credit Simon Willison's 'lethal trifecta'.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structural idea, two shapes. Exfiltration: read + send. RCE surface: fetch untrusted + execute + network. Neither is a bug in a node. Both are properties of the graph. (Our demo focuses on exfiltration — the subtler, more relatable 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look tool-by-tool, endpoint-by-endpoint — and tool-by-tool, everything passes. The composition is invisible from that vantage point. Say: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'Let me show you an agent I built — and I want you to try to find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design, C4 container view. A real, sensible architecture: the analyst talks to the Quanta AgentCore runtime; a Strands agent backed by Bedrock Claude sequences four tool containers; those reach a read-only analytics replica, allowlisted external reference sources, and an audited mail relay. Point at the trust tags along the bottom: PRIVATE data in, UNTRUSTED content in, EXTERNAL send out — all three legs present in one runtime. Nothing here looks wrong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into the controls. Hexagonal, ports &amp; adapters. Read-only replica, parameterised queries (no raw SQL), a sandboxed interpreter with no network, an egress allowlist on outbound fetches, audited report delivery. Say: 'This is not a toy. Every box here is something you'd sign off on. No unsandboxed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python scripts/demo.py --pause          (whole demo: ask -&gt; scan -&gt; exploit)
  or just this part:  python scripts/demo.py ask              (offline stub)
  on the deployed agent:  python scripts/demo.py ask --cloud  (real AgentCore)
It asks three real questions (revenue by country top 5 / orders per country / top customers).
Real numbers from UCI Online Retail II. Then 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tools. Four real controls: search_database (read-only, parameterised), run_analysis (sandboxed), fetch_reference (allowlist), send_email_report (allowlist + audit + dry-run). A tool-by-tool review signs off 4 out of 4.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ZIRAN builds the agent's capability graph and checks it against a library of known dangerous compositions — direct (A→B), indirect (A→…→B), and cycles. Say: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panels: four approved tools → the agent can sequence them (edges) → one path is an exit. Say: 'Nothing here is hypothetical. An LLM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architecture — now with the red path. Say slowly: 'Every control still holds. Read-only: held. Sandbox: held. Allowlists: held. And here's the path: untrusted content comes in through fetch_reference, the agent reads private data with search_database, and ships it out through send_email_report — every step authorised. 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python scripts/demo.py scan   (installs ZIRAN if needed, then opens the report)
It scans in-process and opens reports/*_report.html — pan the graph, click the red node.
(This slide embeds the real interactive graph as a looping GIF — it plays in Presenter/slideshow, and is the fallback if the live open stalls.)
One critical finding: search_database → send_email_report, data_exfiltration. Say: 'I didn't tell ZIRAN this was dangerous — that verdict is from its built-in patterns. I gave it a graph; it gave me the exit. But a finding on a slide is easy to wave away — so let me show you the exit actually being used.'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'ZIRAN found the path statically,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scripts/demo.py exploit            (offline, deterministic — prints both runs)
Walk the table: a benign request → fetch_reference returns an allowlisted page whose CONTENT carries a hidden instruction (indirect prompt injection, LLM01). The agent obeys → search_database reads 900 customer-level rows → watch the taint go red: PRIVATE+UNTRUSTED, the lethal trifecta in one run → send_email_report ships 16,741 bytes of PII to ops-archive@reports.acme-analytics.example. That mailbox is on the ALLOWLISTED domain — the domain check PASSED. Model-chosen recipient = excessive agency / confused deputy (LLM06). Say slowly: 'No control was bypassed. The data left through fully authorised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what we just saw. One innocuous agent, three stacked classes: the composition (structural — ZIRAN finds it pre-attack), indirect prompt injection (LLM01 — the trigger), excessive agency / confused deputy (LLM06 — the missing control). None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credibility beat: 639 vectors, 11 categories, 100% OWASP LLM Top-10 — but the differentiator is composition reasoning. Don't dwell; 30 seconds. (Cut this slide first if running long.)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`python scripts/demo.py exploit` already printed both runs — scroll to the second.
Same agent, same payload, opposite outcome: the injected instruction is REFUSED as data (LLM01); the model-chosen recipient is DENIED by recipient-binding (LLM06); the trifecta gate stops a private+untrusted run reaching an external sink. Crucially the analyst's legitimate summary STILL goes out. 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NOT 'remove a tool' — each is justified. Break the graph: no-instructions-from-data (LLM01), recipient binding (LLM06), trifecta gate via taint (the composition), and re-scan in CI (ziran ci fails the build when a new tool completes a trifecta). Three are runtime guardrails; the last is the design-time one that matches the thesis.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'If you're building, reviewing, or signing off on agents: stop asking only whether each tool is safe. Ask what they're capable of together — and put that question in your pipeline, not in an attacker's hands.'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Links: github.com/taoq-ai/quanta (the demo agent — education only, intentionally composable; run scripts/exploit_demo.py), github.com/taoq-ai/ziran (the finder). Note Quanta is deliberately vulnerable by design; don't deploy it for real.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Users/leone.lage.perdigao/github/quanta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 differently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0172" y="1417320"/>
            <a:ext cx="5208608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ZIRAN interactive graph. One critical finding: search_database → send_email_report, data_exfiltration.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16,741 bytes of customer PII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behind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credi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890" y="1417320"/>
            <a:ext cx="969917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 Run python scripts/demo.py yourself.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19672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finder — composition analysis for AI agents.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2026-06-23T15:14:25Z</dcterms:created>
  <dcterms:modified xsi:type="dcterms:W3CDTF">2026-06-23T15:14:25Z</dcterms:modified>
</cp:coreProperties>
</file>