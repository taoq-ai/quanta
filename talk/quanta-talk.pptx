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Your Agent Tools</a:t>
            </a:r>
            <a:endParaRPr lang="en-US" sz="5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Against You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749808" y="4343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vulnerability lives in the graph, not in any node.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" y="5212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a real Amazon Bedrock AgentCore agent, found with ZIRAN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 EVERYONE IS ALREADY LOOKING AT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watches the prompt.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49808" y="416052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Jailbreaks, injection, guardrails — real, and well-guarded. I want the risk nobody's looking at, because it isn't visible from where they're standing.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 sees a list. An agent has a graph.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reviews look at tools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inventory — tool by tool, endpoint by endpoint. Each one checked in isolation, like API endpoints on a form.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0936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agent actually is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LLM can call any tool, then feed its output into the next. That's not a list — it's a graph of what the agent can do next.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10908792" cy="1737360"/>
          </a:xfrm>
          <a:prstGeom prst="roundRect">
            <a:avLst>
              <a:gd name="adj" fmla="val 6316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114800"/>
            <a:ext cx="10149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talk turns on this: review one tool at a time and the dangerous combination is invisible — it isn't in any single tool.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attacker navigates an agent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 the model for a minute. Think like someone who just got access.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Attackers don't hunt for a bad tool. They hunt for a path.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1645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577840" y="1645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tools exist? What can this agent reach?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880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37360" y="2788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mapping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2788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each tool touch — private data, the network, code execution?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3736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Chaining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577840" y="3931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sequence turns reasonable actions into one bad outcome?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669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graph traversal — done by hand. ZIRAN does it automatically.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lethal trifecta</a:t>
            </a:r>
            <a:endParaRPr lang="en-US" sz="3200" dirty="0"/>
          </a:p>
        </p:txBody>
      </p:sp>
      <p:pic>
        <p:nvPicPr>
          <p:cNvPr id="3" name="Image 0" descr="/Users/leone.lage.perdigao/github/quanta/talk/assets/lethal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7379" y="1417320"/>
            <a:ext cx="7374194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data + untrusted content + external comms in one agent. (Framing: Simon Willison.)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structure, two failure shapes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exfiltration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private data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externally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tool + a send tool isn't two features. It's an exit, waiting for the right prompt.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199632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7ED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65392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code execution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65392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untrusted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 network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+ code execution + network access isn't three productivity features. It's an RCE surface.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is a bug in a node. Both are properties of the graph.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most reviews can't catch it</a:t>
            </a:r>
            <a:endParaRPr lang="en-US" sz="3200" dirty="0"/>
          </a:p>
        </p:txBody>
      </p:sp>
      <p:pic>
        <p:nvPicPr>
          <p:cNvPr id="3" name="Image 0" descr="/Users/leone.lage.perdigao/github/quanta/talk/assets/review-blind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4119" y="1417320"/>
            <a:ext cx="8980714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Tool-by-tool, everything passes. The composition stays invisible — until someone connects the dots.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target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I built. Try to find the problem while I describe it.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 — and notice it's well-built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Hexagonal. Read-only replica, parameterised queries, sandboxed compute, egress allowlist, audited delivery. This passes review.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Quanta, live — a real, useful assistant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926080"/>
          </a:xfrm>
          <a:prstGeom prst="roundRect">
            <a:avLst>
              <a:gd name="adj" fmla="val 2500"/>
            </a:avLst>
          </a:prstGeom>
          <a:solidFill>
            <a:srgbClr val="0B1220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37360"/>
            <a:ext cx="10149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agentcore invoke '{"prompt": "Revenue by country, top 5"}'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Revenue by country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Kingdom   76,654.21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Germany          18,484.30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France           15,259.32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EIRE             12,108.35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Spain             7,784.88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on Amazon Bedrock AgentCore. Real numbers from the public UCI Online Retail II dataset.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agent, real data, genuinely useful. Now — is it safe?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tools. Four real controls.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4873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Its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search_database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business metrics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read-only replica · parameterised (no raw SQL)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run_analysis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summarises results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sandbox · no network · no imports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fetch_reference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pulls external benchmarks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egress allowlist (destination)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send_email_report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shares the report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 allowlist · audit log · dry-run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80644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tool-by-tool review signs off — 4 / 4 approved. Hold that thought.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— find the composition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reviewing tools one at a time. Look at what they do together.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ZIRAN does differently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8813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builds the agent's capability graph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every tool, and every way one tool's output can flow into another.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it checks that graph against a library of known dangerous compositions:
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4340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4340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… → 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4672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04672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 → … → 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 it isn't testing prompts. It's reasoning about structure.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graph, in three steps</a:t>
            </a:r>
            <a:endParaRPr lang="en-US" sz="3200" dirty="0"/>
          </a:p>
        </p:txBody>
      </p:sp>
      <p:pic>
        <p:nvPicPr>
          <p:cNvPr id="3" name="Image 0" descr="/Users/leone.lage.perdigao/github/quanta/talk/assets/graph-ev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2468"/>
            <a:ext cx="10908792" cy="41817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approved tools → the agent can sequence them → one path is an exit.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the composition is still critical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control held. The path between them did not — and the agent can walk it.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isn't a drawing — it's the scan</a:t>
            </a:r>
            <a:endParaRPr lang="en-US" sz="3200" dirty="0"/>
          </a:p>
        </p:txBody>
      </p:sp>
      <p:pic>
        <p:nvPicPr>
          <p:cNvPr id="3" name="Image 0" descr="/Users/leone.lage.perdigao/github/quanta/talk/assets/ziran_report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9789" y="1417320"/>
            <a:ext cx="6429375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critical finding: search_database → send_email_report, data_exfiltration. I never labelled it — ZIRAN's built-in patterns did.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finding to breach — and back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ZIRAN found the path. Now watch an attacker walk it — then watch us close it.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Theoretical? Watch it happen — live, offline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vulner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3710"/>
            <a:ext cx="10908792" cy="31192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Benign request + a poisoned reference → 16,741 bytes of customer PII to an attacker mailbox on the ALLOWLISTED domain. Every per-tool control held.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vulnerabilities, one agent</a:t>
            </a:r>
            <a:endParaRPr lang="en-US" sz="3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280160"/>
                <a:gridCol w="4114800"/>
                <a:gridCol w="21305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Vulnerability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it lives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Caught by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Tool-composition exfiltration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structural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search_database → send_email_report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ZIRAN — static, pre-attack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Indirect prompt injection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fetched content from fetch_reference, obeyed as an instruction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Excessive agency / confused deputy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LLM06 / 08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send_email_report trusts a model-chosen recipient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0292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502920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7F1D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composition is the precondition — ZIRAN finds it before anyone is attacked. The injection is the trigger; the model-chosen recipient is the missing control. All three live on four review-passing tools.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behind the scan</a:t>
            </a:r>
            <a:endParaRPr lang="en-US" sz="3200" dirty="0"/>
          </a:p>
        </p:txBody>
      </p:sp>
      <p:pic>
        <p:nvPicPr>
          <p:cNvPr id="3" name="Image 0" descr="/Users/leone.lage.perdigao/github/quanta/talk/assets/credi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890" y="1417320"/>
            <a:ext cx="969917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the graph: the same attack, blocked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hard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49662"/>
            <a:ext cx="10908792" cy="29073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injected security policy. Injection refused as data; model-chosen recipient denied; the analyst's summary still goes out. Same agent, same payload.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isn't 'remove a tool'. Break the graph.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792224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92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1508760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instructions from data  ·  LLM01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0" y="1508760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from fetch_reference is data, never commands — the injected step never runs.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907792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907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2624328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Recipient binding  ·  LLM06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0" y="2624328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send_email_report only reaches the authenticated requester — not a model-chosen address, even on an allowlisted domain.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39896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023360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3739896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Trifecta gate  ·  taint tracking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669280" y="3739896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run holding private + untrusted data can't reach an external sink unattended. Aggregates aren't private — the real task still works.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55464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5138928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138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00200" y="4855464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in CI  ·  ziran ci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669280" y="4855464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the build when a newly-added tool completes a trifecta. Composition as a reviewable artifact.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isn't whether your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are safe individually.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49808" y="37490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what they're capable of together — and whether you ask that question before an attacker does.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78308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github.com/taoq-ai/quanta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agent — defensible architecture, one composition finding.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199632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19672" y="178308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ZIRAN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github.com/taoq-ai/ziran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finder — composition analysis for AI agents.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93192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93192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Education only. 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 is deliberately composable and has a known, intentional vulnerability by design. Do not deploy it for real or connect it to real data.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2026-06-23T13:21:59Z</dcterms:created>
  <dcterms:modified xsi:type="dcterms:W3CDTF">2026-06-23T13:21:59Z</dcterms:modified>
</cp:coreProperties>
</file>