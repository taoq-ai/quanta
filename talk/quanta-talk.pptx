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379" y="1417320"/>
            <a:ext cx="737419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report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9789" y="1417320"/>
            <a:ext cx="6429375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critical finding: search_database → send_email_report, data_exfiltration. I never labelled it — ZIRAN's built-in patterns did.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3794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54480"/>
            <a:ext cx="32918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Taint / trust tracking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37760" y="1554480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Tainted data (private reads, untrusted content) can't reach an external sink without review.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8094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80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97480"/>
            <a:ext cx="32918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37760" y="2697480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agent holds all three legs. Split into separate, differently-privileged agents.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12394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23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840480"/>
            <a:ext cx="32918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37760" y="3840480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to the authenticated requester — not a model-chosen address, even an allowlisted one.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8348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266944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266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983480"/>
            <a:ext cx="329184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937760" y="4983480"/>
            <a:ext cx="640080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ci fails the build when a newly-added tool completes a trifecta.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2026-06-23T08:11:12Z</dcterms:created>
  <dcterms:modified xsi:type="dcterms:W3CDTF">2026-06-23T08:11:12Z</dcterms:modified>
</cp:coreProperties>
</file>